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ML Assignment 2 — Streamlit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classification and deployment demo</a:t>
            </a:r>
          </a:p>
          <a:p>
            <a:r>
              <a:t>Dataset: Customer Financial Info</a:t>
            </a:r>
          </a:p>
          <a:p>
            <a:r>
              <a:t>Target: Has_CreditCard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Logistic Regression</a:t>
            </a:r>
          </a:p>
          <a:p>
            <a:r>
              <a:t>- Decision Tree</a:t>
            </a:r>
          </a:p>
          <a:p>
            <a:r>
              <a:t>- kNN</a:t>
            </a:r>
          </a:p>
          <a:p>
            <a:r>
              <a:t>- Naive Bayes</a:t>
            </a:r>
          </a:p>
          <a:p>
            <a:r>
              <a:t>- Random Forest</a:t>
            </a:r>
          </a:p>
          <a:p>
            <a:r>
              <a:t>- XGBoost/HistGradientBoosting (fallback)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(Test Set)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          ML Model Name  Accuracy      AUC  Precision   Recall       F1      MCC</a:t>
            </a:r>
          </a:p>
          <a:p>
            <a:r>
              <a:t>     Logistic Regression    0.7352 0.623884   0.781250 0.136240 0.232019 0.248744</a:t>
            </a:r>
          </a:p>
          <a:p>
            <a:r>
              <a:t>      XGBoost (Ensemble)    0.7384 0.611644   0.857143 0.130790 0.226950 0.267988</a:t>
            </a:r>
          </a:p>
          <a:p>
            <a:r>
              <a:t>Random Forest (Ensemble)    0.7080 0.611474   0.507463 0.185286 0.271457 0.162724</a:t>
            </a:r>
          </a:p>
          <a:p>
            <a:r>
              <a:t>                     kNN    0.7160 0.598326   0.561224 0.149864 0.236559 0.171399</a:t>
            </a:r>
          </a:p>
          <a:p>
            <a:r>
              <a:t>             Naive Bayes    0.7352 0.560955   0.781250 0.136240 0.232019 0.248744</a:t>
            </a:r>
          </a:p>
          <a:p>
            <a:r>
              <a:t>           Decision Tree    0.6368 0.556263   0.376771 0.362398 0.369444 0.114566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 install -r requirements.txt</a:t>
            </a:r>
          </a:p>
          <a:p>
            <a:r>
              <a:t>streamlit run app.py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